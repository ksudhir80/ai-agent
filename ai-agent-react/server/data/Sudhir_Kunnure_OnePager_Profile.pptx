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780338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20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23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One-page profile reproduced from the supplied reference image. The visible slide is image-based to preserve the original design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udhir_Kunnure_OnePager-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80094" cy="1005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Kunnure, Sudhir</cp:lastModifiedBy>
  <cp:revision>2</cp:revision>
  <dcterms:created xsi:type="dcterms:W3CDTF">2013-01-27T09:14:16Z</dcterms:created>
  <dcterms:modified xsi:type="dcterms:W3CDTF">2026-09-08T06:07:50Z</dcterms:modified>
  <cp:category/>
</cp:coreProperties>
</file>